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e3cad4c644ed5" /><Relationship Type="http://schemas.openxmlformats.org/officeDocument/2006/relationships/extended-properties" Target="/docProps/app.xml" Id="R1de0f78200dd4c27" /><Relationship Type="http://schemas.openxmlformats.org/officeDocument/2006/relationships/officeDocument" Target="/ppt/presentation.xml" Id="R0d6a5d2109b845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5665bbfff24aea"/>
  </p:sldMasterIdLst>
  <p:notesMasterIdLst>
    <p:notesMasterId xmlns:r="http://schemas.openxmlformats.org/officeDocument/2006/relationships" r:id="Rfc18cbac38db42d2"/>
  </p:notesMasterIdLst>
  <p:sldIdLst>
    <p:sldId xmlns:r="http://schemas.openxmlformats.org/officeDocument/2006/relationships" id="256" r:id="R8edff1d2ee794b70"/>
    <p:sldId xmlns:r="http://schemas.openxmlformats.org/officeDocument/2006/relationships" id="257" r:id="R8538833fb7244799"/>
    <p:sldId xmlns:r="http://schemas.openxmlformats.org/officeDocument/2006/relationships" id="258" r:id="R7f4a2f2b0de546a3"/>
    <p:sldId xmlns:r="http://schemas.openxmlformats.org/officeDocument/2006/relationships" id="259" r:id="R77a84d898ff24cb4"/>
    <p:sldId xmlns:r="http://schemas.openxmlformats.org/officeDocument/2006/relationships" id="260" r:id="R8bf7cd3ed2b14d3a"/>
    <p:sldId xmlns:r="http://schemas.openxmlformats.org/officeDocument/2006/relationships" id="261" r:id="R9cc2bb69399b45b0"/>
    <p:sldId xmlns:r="http://schemas.openxmlformats.org/officeDocument/2006/relationships" id="262" r:id="R99b480e0834c43ab"/>
    <p:sldId xmlns:r="http://schemas.openxmlformats.org/officeDocument/2006/relationships" id="263" r:id="R7f01ef8c5fd9417b"/>
    <p:sldId xmlns:r="http://schemas.openxmlformats.org/officeDocument/2006/relationships" id="264" r:id="Rfc1dbb913dc7457b"/>
    <p:sldId xmlns:r="http://schemas.openxmlformats.org/officeDocument/2006/relationships" id="265" r:id="Rc4e3630bb2b74438"/>
    <p:sldId xmlns:r="http://schemas.openxmlformats.org/officeDocument/2006/relationships" id="266" r:id="R0935ade4fe7c42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48e97b09d446f7" /><Relationship Type="http://schemas.openxmlformats.org/officeDocument/2006/relationships/slideMaster" Target="/ppt/slideMasters/slideMaster1.xml" Id="R0f5665bbfff24aea" /><Relationship Type="http://schemas.openxmlformats.org/officeDocument/2006/relationships/notesMaster" Target="/ppt/notesMasters/notesMaster1.xml" Id="Rfc18cbac38db42d2" /><Relationship Type="http://schemas.openxmlformats.org/officeDocument/2006/relationships/presProps" Target="/ppt/presProps.xml" Id="R0fe52c78eef14451" /><Relationship Type="http://schemas.openxmlformats.org/officeDocument/2006/relationships/tableStyles" Target="/ppt/tableStyles.xml" Id="R0c20a6eee47d4d30" /><Relationship Type="http://schemas.openxmlformats.org/officeDocument/2006/relationships/slide" Target="/ppt/slides/slide1.xml" Id="R8edff1d2ee794b70" /><Relationship Type="http://schemas.openxmlformats.org/officeDocument/2006/relationships/slide" Target="/ppt/slides/slide2.xml" Id="R8538833fb7244799" /><Relationship Type="http://schemas.openxmlformats.org/officeDocument/2006/relationships/slide" Target="/ppt/slides/slide3.xml" Id="R7f4a2f2b0de546a3" /><Relationship Type="http://schemas.openxmlformats.org/officeDocument/2006/relationships/slide" Target="/ppt/slides/slide4.xml" Id="R77a84d898ff24cb4" /><Relationship Type="http://schemas.openxmlformats.org/officeDocument/2006/relationships/slide" Target="/ppt/slides/slide5.xml" Id="R8bf7cd3ed2b14d3a" /><Relationship Type="http://schemas.openxmlformats.org/officeDocument/2006/relationships/slide" Target="/ppt/slides/slide6.xml" Id="R9cc2bb69399b45b0" /><Relationship Type="http://schemas.openxmlformats.org/officeDocument/2006/relationships/slide" Target="/ppt/slides/slide7.xml" Id="R99b480e0834c43ab" /><Relationship Type="http://schemas.openxmlformats.org/officeDocument/2006/relationships/slide" Target="/ppt/slides/slide8.xml" Id="R7f01ef8c5fd9417b" /><Relationship Type="http://schemas.openxmlformats.org/officeDocument/2006/relationships/slide" Target="/ppt/slides/slide9.xml" Id="Rfc1dbb913dc7457b" /><Relationship Type="http://schemas.openxmlformats.org/officeDocument/2006/relationships/slide" Target="/ppt/slides/slide10.xml" Id="Rc4e3630bb2b74438" /><Relationship Type="http://schemas.openxmlformats.org/officeDocument/2006/relationships/slide" Target="/ppt/slides/slide11.xml" Id="R0935ade4fe7c42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f9abc11f0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5e0478466e4faf" /><Relationship Type="http://schemas.openxmlformats.org/officeDocument/2006/relationships/notesMaster" Target="/ppt/notesMasters/notesMaster1.xml" Id="R1e56efb9783c46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47f42851a945a6" /><Relationship Type="http://schemas.openxmlformats.org/officeDocument/2006/relationships/notesMaster" Target="/ppt/notesMasters/notesMaster1.xml" Id="Rafb431058eef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c8129ea4d4524" /><Relationship Type="http://schemas.openxmlformats.org/officeDocument/2006/relationships/notesMaster" Target="/ppt/notesMasters/notesMaster1.xml" Id="R62b965cf9cee46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f032e1d6cd46fa" /><Relationship Type="http://schemas.openxmlformats.org/officeDocument/2006/relationships/notesMaster" Target="/ppt/notesMasters/notesMaster1.xml" Id="R0c7c8e9612114f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fb397f32b41c1" /><Relationship Type="http://schemas.openxmlformats.org/officeDocument/2006/relationships/notesMaster" Target="/ppt/notesMasters/notesMaster1.xml" Id="R67bd1cf219f049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b82a99894840a1" /><Relationship Type="http://schemas.openxmlformats.org/officeDocument/2006/relationships/notesMaster" Target="/ppt/notesMasters/notesMaster1.xml" Id="R2445c22a387d4a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d8c12554984920" /><Relationship Type="http://schemas.openxmlformats.org/officeDocument/2006/relationships/notesMaster" Target="/ppt/notesMasters/notesMaster1.xml" Id="Re269c1e5b64a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6a635dfc234ef5" /><Relationship Type="http://schemas.openxmlformats.org/officeDocument/2006/relationships/notesMaster" Target="/ppt/notesMasters/notesMaster1.xml" Id="R11f153d2e7fb40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4a62c0d5694b73" /><Relationship Type="http://schemas.openxmlformats.org/officeDocument/2006/relationships/notesMaster" Target="/ppt/notesMasters/notesMaster1.xml" Id="R3ff30369cd2a47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475b40bbb1482e" /><Relationship Type="http://schemas.openxmlformats.org/officeDocument/2006/relationships/notesMaster" Target="/ppt/notesMasters/notesMaster1.xml" Id="Rd66aaa2caf224c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693bf9a1384e42" /><Relationship Type="http://schemas.openxmlformats.org/officeDocument/2006/relationships/notesMaster" Target="/ppt/notesMasters/notesMaster1.xml" Id="R71ef05b29e0f48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1676417a6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d16d35415043ee" /><Relationship Type="http://schemas.openxmlformats.org/officeDocument/2006/relationships/slideLayout" Target="/ppt/slideLayouts/slideLayout1.xml" Id="Rd25821b74e2e4d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5821b74e2e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6a6920eca4e0e" /><Relationship Type="http://schemas.openxmlformats.org/officeDocument/2006/relationships/image" Target="/ppt/media/image.png" Id="R13cbb43fdd014850" /><Relationship Type="http://schemas.openxmlformats.org/officeDocument/2006/relationships/notesSlide" Target="/ppt/notesSlides/notesSlide1.xml" Id="R48b989981638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6feccecf846d2" /><Relationship Type="http://schemas.openxmlformats.org/officeDocument/2006/relationships/notesSlide" Target="/ppt/notesSlides/notesSlide2.xml" Id="Rffd32e4206bf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8be6138274e46" /><Relationship Type="http://schemas.openxmlformats.org/officeDocument/2006/relationships/notesSlide" Target="/ppt/notesSlides/notesSlide3.xml" Id="R988eeba26bd94a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ff59d444b4dcb" /><Relationship Type="http://schemas.openxmlformats.org/officeDocument/2006/relationships/notesSlide" Target="/ppt/notesSlides/notesSlide4.xml" Id="Refd38c018adc46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9815f5b394fa4" /><Relationship Type="http://schemas.openxmlformats.org/officeDocument/2006/relationships/notesSlide" Target="/ppt/notesSlides/notesSlide5.xml" Id="R770361787a164e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16ded933340a3" /><Relationship Type="http://schemas.openxmlformats.org/officeDocument/2006/relationships/notesSlide" Target="/ppt/notesSlides/notesSlide6.xml" Id="R400b992bb0a64a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e1fa4f1cb49f3" /><Relationship Type="http://schemas.openxmlformats.org/officeDocument/2006/relationships/notesSlide" Target="/ppt/notesSlides/notesSlide7.xml" Id="Rdd58146e4a00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667881a3f433c" /><Relationship Type="http://schemas.openxmlformats.org/officeDocument/2006/relationships/notesSlide" Target="/ppt/notesSlides/notesSlide8.xml" Id="Rd0fd04d23e0247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c5c91e7ef4277" /><Relationship Type="http://schemas.openxmlformats.org/officeDocument/2006/relationships/notesSlide" Target="/ppt/notesSlides/notesSlide9.xml" Id="Rd4418913c4e140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3af79cfce4504" /><Relationship Type="http://schemas.openxmlformats.org/officeDocument/2006/relationships/notesSlide" Target="/ppt/notesSlides/notesSlide10.xml" Id="Rf440796ab7bb4f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74fcd01b6468d" /><Relationship Type="http://schemas.openxmlformats.org/officeDocument/2006/relationships/notesSlide" Target="/ppt/notesSlides/notesSlide11.xml" Id="R5bbc33e301fd42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EC50A-D095-4314-9675-B2B03BE3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D034F-3BC5-463C-B660-E60E3C51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5BFC8-EE82-4F4A-8A69-A4E0CF0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D7D7"/>
                </a:solidFill>
              </a:defRPr>
            </a:pPr>
            <a:r>
              <a:rPr sz="975" b="1">
                <a:solidFill>
                  <a:srgbClr val="08D7D7"/>
                </a:solidFill>
              </a:rPr>
              <a:t>METABLETON ECOLE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F78C9-3A95-4591-B233-D2314437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7F7"/>
                </a:solidFill>
              </a:defRPr>
            </a:pPr>
            <a:r>
              <a:rPr sz="4800" b="1">
                <a:solidFill>
                  <a:srgbClr val="F5F7F7"/>
                </a:solidFill>
              </a:rPr>
              <a:t>Beta privee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B737C-AAEA-48F4-9447-15E366B1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CA7B3"/>
                </a:solidFill>
              </a:defRPr>
            </a:pPr>
            <a:r>
              <a:rPr sz="1800" b="0">
                <a:solidFill>
                  <a:srgbClr val="9CA7B3"/>
                </a:solidFill>
              </a:rPr>
              <a:t>Deroule, roles, feedbacks et decisions produit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14D5C-1368-42B4-94BE-EAB7607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4076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D28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DD03F-B0B9-4324-AEC5-D5A931B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377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D7D7"/>
                </a:solidFill>
              </a:defRPr>
            </a:pPr>
            <a:r>
              <a:rPr sz="1125" b="1">
                <a:solidFill>
                  <a:srgbClr val="08D7D7"/>
                </a:solidFill>
              </a:rPr>
              <a:t>https://metableton-ecole.vercel.app/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74B99-0C5E-495B-B7E6-F71F6A35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Version de pilotage - 18 juin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EA36D-5DED-4C6B-8319-FB725391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76300"/>
            <a:ext cx="52006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bb43fdd014850"/>
          <a:srcRect xmlns:a="http://schemas.openxmlformats.org/drawingml/2006/main" l="0" t="554" r="0" b="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104900"/>
            <a:ext cx="4743450" cy="3257550"/>
          </a:xfrm>
          <a:prstGeom xmlns:a="http://schemas.openxmlformats.org/drawingml/2006/main" prst="roundRect">
            <a:avLst>
              <a:gd name="adj" fmla="val 175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8B825-C66E-4749-9B73-BFE85849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67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La beta part du site live et se concentre sur le parcours reel des testeurs.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35D3D-37EB-4E21-8D3A-016DC517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DA558-2A28-49A4-A108-1C0FCDC2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9625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7EC41-511A-422F-925A-56D75C5D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1FDFB-327E-42A2-9525-C368AEC2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06531-36F8-4AAB-B009-6B4DF8A2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PRINCIPE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2BD88-55EB-4956-A876-D17B88D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7"/>
                </a:solidFill>
              </a:defRPr>
            </a:pPr>
            <a:r>
              <a:rPr sz="3450" b="1">
                <a:solidFill>
                  <a:srgbClr val="F5F7F7"/>
                </a:solidFill>
              </a:rPr>
              <a:t>La beta ne cherche pas a tout prouver.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3CC9C-06E8-40F8-A3D3-755FB6EC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D07C"/>
                </a:solidFill>
              </a:defRPr>
            </a:pPr>
            <a:r>
              <a:rPr sz="2100" b="1">
                <a:solidFill>
                  <a:srgbClr val="26D07C"/>
                </a:solidFill>
              </a:rPr>
              <a:t>Elle doit produire une decision claire: corriger, elargir, lancer ou repositionner.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0F88A-832E-4061-8881-1EB7AD9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128AB-9271-4208-81E1-41E32EA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7"/>
                </a:solidFill>
              </a:defRPr>
            </a:pPr>
            <a:r>
              <a:rPr sz="2025" b="1">
                <a:solidFill>
                  <a:srgbClr val="F5F7F7"/>
                </a:solidFill>
              </a:rPr>
              <a:t>Observer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DBBB6-302E-4196-AEE8-7ACA4D13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Tester le produit sans trop guider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67E03-35E2-4CC7-9590-F6E4E5C6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F5690-994D-43CD-8F18-DA3C2B85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D7D7"/>
                </a:solidFill>
              </a:defRPr>
            </a:pPr>
            <a:r>
              <a:rPr sz="2025" b="1">
                <a:solidFill>
                  <a:srgbClr val="08D7D7"/>
                </a:solidFill>
              </a:rPr>
              <a:t>Mesurer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B4D4B-F615-476E-B170-9D76EF9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Comprendre les blocages recurents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468EE-9672-4B0E-9460-464A7D75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33EA4-67A5-4318-900C-6FAC02F1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7"/>
                </a:solidFill>
              </a:defRPr>
            </a:pPr>
            <a:r>
              <a:rPr sz="2025" b="1">
                <a:solidFill>
                  <a:srgbClr val="F5F7F7"/>
                </a:solidFill>
              </a:rPr>
              <a:t>Decider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C4A55-FD20-4392-93A7-31038EC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Transformer les retours en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9953C-635D-43F9-9332-2E0F540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C59A4-105D-410E-88F0-1AE4D6BD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1144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F3221-C642-4D22-9449-28F7A8B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1AD4-D7A1-48B0-BF74-2B8F1867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B7914-7040-430B-83A2-8A39E4A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BE0FD-A372-4347-AECD-01538D4F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Les 3 questions de la 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DD97F-F149-4236-B830-0EB83D6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Chaque retour doit aider a repondre a une de ces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189A7-7134-46E7-A794-B466CBFC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448F1-02FF-47B6-9560-49FECF45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0C5C8-5502-4969-B2DD-7CE3358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D7D7"/>
                </a:solidFill>
              </a:defRPr>
            </a:pPr>
            <a:r>
              <a:rPr sz="3300" b="1">
                <a:solidFill>
                  <a:srgbClr val="08D7D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17CA7-F036-43B8-9EBA-02022D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895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B3DDE-97BA-4DAA-8592-CC1D4AA0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7"/>
                </a:solidFill>
              </a:defRPr>
            </a:pPr>
            <a:r>
              <a:rPr sz="2325" b="1">
                <a:solidFill>
                  <a:srgbClr val="F5F7F7"/>
                </a:solidFill>
              </a:rPr>
              <a:t>Est-ce compris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24D48-27CC-4F68-93D3-E91CC47F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Le concept est-il clair sans explication orale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DBB39-4DD8-4171-99E0-39061726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D07C"/>
                </a:solidFill>
              </a:defRPr>
            </a:pPr>
            <a:r>
              <a:rPr sz="3300" b="1">
                <a:solidFill>
                  <a:srgbClr val="26D07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E839E-C7AD-4AC6-AF64-E1154985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76650"/>
            <a:ext cx="895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79A6B-D4F8-4FBE-8739-225F169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7"/>
                </a:solidFill>
              </a:defRPr>
            </a:pPr>
            <a:r>
              <a:rPr sz="2325" b="1">
                <a:solidFill>
                  <a:srgbClr val="F5F7F7"/>
                </a:solidFill>
              </a:rPr>
              <a:t>Est-ce utile 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83776-4382-4058-B459-99FE99C3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Les profils cibles voient-ils une valeur concrete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DC5B7-C715-4BE3-93AA-F3C30C5E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7B547"/>
                </a:solidFill>
              </a:defRPr>
            </a:pPr>
            <a:r>
              <a:rPr sz="3300" b="1">
                <a:solidFill>
                  <a:srgbClr val="E7B54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0C536-6797-44D4-9BF9-EDEFED5F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895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839CC-C576-4EC6-B952-6242FCD3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14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7F7"/>
                </a:solidFill>
              </a:defRPr>
            </a:pPr>
            <a:r>
              <a:rPr sz="2325" b="1">
                <a:solidFill>
                  <a:srgbClr val="F5F7F7"/>
                </a:solidFill>
              </a:rPr>
              <a:t>Est-ce presentable 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6A5C4-3C5A-42DD-85DF-608BB24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Le MVP peut-il passer a une beta plus large ?</a:t>
            </a:r>
          </a:p>
        </p:txBody>
      </p:sp>
    </p:spTree>
    <p:extLst>
      <p:ext uri="{BB962C8B-B14F-4D97-AF65-F5344CB8AC3E}">
        <p14:creationId xmlns:p14="http://schemas.microsoft.com/office/powerpoint/2010/main" val="275203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4A8B5-362F-46E4-B00C-12024CA0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90696-86B6-4AD8-99F6-14DE6E5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23889-28B6-4992-9FE5-F7A0D36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COHORTE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559A4-EE9B-44BD-A10C-D0F16B3A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3 a 5 testeurs, pas plus au debut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514F2-FAAD-4718-98FE-E7CB6212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Petit groupe, feedbacks riches, gestion simple.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E9A7-C194-475A-ADF6-37F4AE0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C70F-DF50-4C26-ABDB-A013FE4C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ED276-6FA2-4C85-A47E-036C5277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0289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9FD18-B19F-4420-986A-7EBB23EB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38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8B324-4818-4F26-8779-594F9E1F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7"/>
                </a:solidFill>
              </a:defRPr>
            </a:pPr>
            <a:r>
              <a:rPr sz="1875" b="1">
                <a:solidFill>
                  <a:srgbClr val="F5F7F7"/>
                </a:solidFill>
              </a:rPr>
              <a:t>Eleve / musicien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A171B-0FD5-4B6D-BD76-BB04E0C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Comprendre l'offre et demander un acces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6E1BC-B147-4EE3-8B71-F494ED80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0289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BD30F-E969-423E-B586-B2DD117E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38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EFDDB-15C8-44E9-A646-83519BD9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7"/>
                </a:solidFill>
              </a:defRPr>
            </a:pPr>
            <a:r>
              <a:rPr sz="1875" b="1">
                <a:solidFill>
                  <a:srgbClr val="F5F7F7"/>
                </a:solidFill>
              </a:rPr>
              <a:t>Enseignant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451A0-DB95-4167-A3C9-E18674D2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90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Valider les demandes et evaluer Classroom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27F99-6995-426D-BA41-50610156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0289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9BD95-B481-4579-A858-0D892D0B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38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47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60ED6-21BE-4112-9B88-65593724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7"/>
                </a:solidFill>
              </a:defRPr>
            </a:pPr>
            <a:r>
              <a:rPr sz="1875" b="1">
                <a:solidFill>
                  <a:srgbClr val="F5F7F7"/>
                </a:solidFill>
              </a:rPr>
              <a:t>Admin / responsable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5214B-3F85-49E0-9041-E2F7AC1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Evaluer pilotage, roles et credibilite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9B2D5-1C9B-4BA6-B11F-4C9A8EBD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72100"/>
            <a:ext cx="845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D07C"/>
                </a:solidFill>
              </a:defRPr>
            </a:pPr>
            <a:r>
              <a:rPr sz="1650" b="1">
                <a:solidFill>
                  <a:srgbClr val="26D07C"/>
                </a:solidFill>
              </a:rPr>
              <a:t>Optionnel ensuite: partenaire ecole ou profil non-technique.</a:t>
            </a:r>
          </a:p>
        </p:txBody>
      </p:sp>
    </p:spTree>
    <p:extLst>
      <p:ext uri="{BB962C8B-B14F-4D97-AF65-F5344CB8AC3E}">
        <p14:creationId xmlns:p14="http://schemas.microsoft.com/office/powerpoint/2010/main" val="273130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4F56E-87D5-414F-9F58-D5E67C5A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204F5-2207-4E71-B4AC-B80DC99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9FA2D-8847-4FD4-BFAC-1ED767D8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PARCOURS TESTEUR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05ECE-121B-45C1-9B02-50E53DB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Le test doit rester court et observable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FD471-5061-4EAA-ACBE-D5959B28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10 a 15 minutes pour identifier les vrais moments de friction.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372E8-9C19-4903-A821-3F53824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332D3-7835-44F3-9459-8EB1684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087AF-C00D-4DE2-B912-225A5AE1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9448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32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17BA0-5987-49BD-BAFC-2C763B9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20439-94A6-4756-BF80-6267A8FB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622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BD8A-A6D5-4018-8F89-0E08EDF7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Home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E8806-CA18-4F9C-9093-F3F2D89C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Comprendre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2BDD3-D3C6-4E92-8334-3BCD5C33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F901D-3A24-4BF5-B3D5-337E944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622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D048-F071-4694-9B0D-67B7535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Catalogue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E859D-F0C4-41E4-9BF3-8BB7D195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Explorer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E3B77-1EE9-454F-A4AF-8176E893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73F4B-D62F-43D3-A64A-EB23E824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622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6571C-8B2A-48F8-ADA1-D0DFB32B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Login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48C1C-0EE6-4941-BD5C-A427FBD8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Google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544DB-70C2-409D-8BE4-8D28C38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2C96F-F7CD-46F3-8541-67E68E05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622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871D8-6399-4C66-9B86-A243F76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6EECE-3178-4A34-9191-3D7828E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56D9F-C7B6-4045-820F-CA05F7CD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80D2F-0BB0-48C2-8C5D-FB07589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622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3CC4A-1519-4598-BCDD-B8D59887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Classroom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2BBB0-E937-42E8-A70B-7FC001E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Lien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178F5-AFF4-4772-BC82-3CDA7F63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6B9FF-1DC2-4FE6-A3A4-9E782625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622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698B3E-A3EA-44EB-81D5-DDB5CEED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7"/>
                </a:solidFill>
              </a:defRPr>
            </a:pPr>
            <a:r>
              <a:rPr sz="1650" b="1">
                <a:solidFill>
                  <a:srgbClr val="F5F7F7"/>
                </a:solidFill>
              </a:rPr>
              <a:t>Formulaire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91CCE-F2C6-4CA0-B98A-45818F2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CA7B3"/>
                </a:solidFill>
              </a:defRPr>
            </a:pPr>
            <a:r>
              <a:rPr sz="1125" b="0">
                <a:solidFill>
                  <a:srgbClr val="9CA7B3"/>
                </a:solidFill>
              </a:rPr>
              <a:t>Retour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B3FA50-700B-478C-B155-6C95D16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8001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36ECDD-7C32-4E69-9FCF-12959C2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7"/>
                </a:solidFill>
              </a:defRPr>
            </a:pPr>
            <a:r>
              <a:rPr sz="1500" b="1">
                <a:solidFill>
                  <a:srgbClr val="F5F7F7"/>
                </a:solidFill>
              </a:rPr>
              <a:t>Regle: laisser avancer seul, puis noter le moment exact de confusion.</a:t>
            </a:r>
          </a:p>
        </p:txBody>
      </p:sp>
    </p:spTree>
    <p:extLst>
      <p:ext uri="{BB962C8B-B14F-4D97-AF65-F5344CB8AC3E}">
        <p14:creationId xmlns:p14="http://schemas.microsoft.com/office/powerpoint/2010/main" val="82610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CCCDA9-95A9-47BC-A24C-F68546B3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CBE9D-A4B6-4709-BC73-6140A38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EB482-B7CA-4E0D-998D-D24AE783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ONBOARDING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B2728-D436-438B-BB01-4ED911F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Chaque testeur recoit seulement l'essentiel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8F58D-5B34-4B89-A6CA-8BCEF19B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Moins de documents, plus de chances d'avoir des retours exploitables.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FD96A-B0F9-4A14-9B9D-BAA88D78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D648B-5F90-4199-9D38-A4E93FD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FB379-D5D2-489C-9A2D-EB1096CD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D7D7"/>
                </a:solidFill>
              </a:defRPr>
            </a:pPr>
            <a:r>
              <a:rPr sz="2400" b="1">
                <a:solidFill>
                  <a:srgbClr val="08D7D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B9532-383E-4304-B132-0A5656F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7"/>
                </a:solidFill>
              </a:defRPr>
            </a:pPr>
            <a:r>
              <a:rPr sz="2175" b="1">
                <a:solidFill>
                  <a:srgbClr val="F5F7F7"/>
                </a:solidFill>
              </a:rPr>
              <a:t>Lien beta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B7353-1C60-449B-952F-2BD12F18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71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site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31911-D468-4EAD-B0BA-F1A3D86D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9258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9A36E-7DDA-481B-B5D5-FBD8429F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D7D7"/>
                </a:solidFill>
              </a:defRPr>
            </a:pPr>
            <a:r>
              <a:rPr sz="2400" b="1">
                <a:solidFill>
                  <a:srgbClr val="08D7D7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0D9E6-79A5-4FD0-850E-C40CC52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52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7"/>
                </a:solidFill>
              </a:defRPr>
            </a:pPr>
            <a:r>
              <a:rPr sz="2175" b="1">
                <a:solidFill>
                  <a:srgbClr val="F5F7F7"/>
                </a:solidFill>
              </a:rPr>
              <a:t>Role clair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B7FF9-8B8F-4E24-818B-68858EE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90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eleve, prof ou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C0ED7-CAC8-44B1-81F2-757C9BA5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9258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645B2-59A6-4C66-ABBE-6574065F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D7D7"/>
                </a:solidFill>
              </a:defRPr>
            </a:pPr>
            <a:r>
              <a:rPr sz="2400" b="1">
                <a:solidFill>
                  <a:srgbClr val="08D7D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F6C7F-2A01-4912-9131-6CC0F9E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7"/>
                </a:solidFill>
              </a:defRPr>
            </a:pPr>
            <a:r>
              <a:rPr sz="2175" b="1">
                <a:solidFill>
                  <a:srgbClr val="F5F7F7"/>
                </a:solidFill>
              </a:rPr>
              <a:t>Checklist courte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2F6E1-D3C7-431C-B490-D78AB477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parcours adapte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8136F-6051-4BBC-B582-4B8F8F6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9258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FB4A6-5812-4D10-84F5-F2423232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B547"/>
                </a:solidFill>
              </a:defRPr>
            </a:pPr>
            <a:r>
              <a:rPr sz="2400" b="1">
                <a:solidFill>
                  <a:srgbClr val="E7B54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28E71-6B4E-4855-9806-2CEE2F41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7F7"/>
                </a:solidFill>
              </a:defRPr>
            </a:pPr>
            <a:r>
              <a:rPr sz="2175" b="1">
                <a:solidFill>
                  <a:srgbClr val="F5F7F7"/>
                </a:solidFill>
              </a:rPr>
              <a:t>Formulaire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BF985-C634-4042-8740-EDB2FF50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29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CA7B3"/>
                </a:solidFill>
              </a:defRPr>
            </a:pPr>
            <a:r>
              <a:rPr sz="1500" b="0">
                <a:solidFill>
                  <a:srgbClr val="9CA7B3"/>
                </a:solidFill>
              </a:rPr>
              <a:t>feedback principal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B93A2-D087-48B3-B7B9-4E2EE44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800100"/>
            <a:ext cx="3219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0C877-17DA-4871-AE1A-2F9C244A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096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D07C"/>
                </a:solidFill>
              </a:defRPr>
            </a:pPr>
            <a:r>
              <a:rPr sz="1350" b="1">
                <a:solidFill>
                  <a:srgbClr val="26D07C"/>
                </a:solidFill>
              </a:rPr>
              <a:t>Objectif: test fluide, pas lecture administrative.</a:t>
            </a:r>
          </a:p>
        </p:txBody>
      </p:sp>
    </p:spTree>
    <p:extLst>
      <p:ext uri="{BB962C8B-B14F-4D97-AF65-F5344CB8AC3E}">
        <p14:creationId xmlns:p14="http://schemas.microsoft.com/office/powerpoint/2010/main" val="234909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602ED-C556-462F-AEFD-57FD5BA0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97BDB-0733-4DB2-8F41-88BBEEE9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9297E-7B74-40B4-B078-D247CC8B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GOOGLE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5C70E-2A60-42EC-B737-48BDB70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Deux formulaires suffisent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EE120-D0B1-4056-B454-4C3965F4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Un canal principal pour tous, un canal bug quand il faut reproduire.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FC68-09A6-4410-AE7D-F1B6F8B3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03013-211E-4ECC-A413-C5D4D06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06935-E2D8-446D-BD68-82D06E43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45720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628FC-85D7-4B11-9324-BF1EA31C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D7D7"/>
                </a:solidFill>
              </a:defRPr>
            </a:pPr>
            <a:r>
              <a:rPr sz="2250" b="1">
                <a:solidFill>
                  <a:srgbClr val="08D7D7"/>
                </a:solidFill>
              </a:rPr>
              <a:t>Feedback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6DADF-D6FB-410B-AC2E-B40D991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EA7E8-F266-4275-B906-8B800BFE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147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Obligatoire pour tous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25AA3-9830-4426-991B-F79A5AEA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9D0BF-9DD5-4214-9D0F-A3287DD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3 a 5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C6E15-83E1-4F56-AA3A-6C98F15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F8888-7B66-4BB1-85E8-C4C83E6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910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Compréhension, utilite, friction, priorite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430B1-DB1F-4E09-8886-DC98F3D3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5720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4E774-A54D-44F9-81E0-FA25F771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B547"/>
                </a:solidFill>
              </a:defRPr>
            </a:pPr>
            <a:r>
              <a:rPr sz="2250" b="1">
                <a:solidFill>
                  <a:srgbClr val="E7B547"/>
                </a:solidFill>
              </a:rPr>
              <a:t>Signalement bug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76755-628F-49C0-9A29-F1F55BC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47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68E7F-AABF-4F62-A4AA-39E948D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147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Seulement si probleme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90899-4D5A-45D5-A866-594A51D2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47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B0639-A359-4D90-AEE6-84F7F58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528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2 a 4 minutes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B6810-ECD0-4DD5-A764-64A3EAA1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47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CA29A-0D96-42D6-8063-1ABDD17F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910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Page, action, resultat observe, reproduction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AECB6-14A2-44EA-937C-52914878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67350"/>
            <a:ext cx="807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D07C"/>
                </a:solidFill>
              </a:defRPr>
            </a:pPr>
            <a:r>
              <a:rPr sz="1800" b="1">
                <a:solidFill>
                  <a:srgbClr val="26D07C"/>
                </a:solidFill>
              </a:rPr>
              <a:t>Le formulaire long est l'ennemi du feedback honnete.</a:t>
            </a:r>
          </a:p>
        </p:txBody>
      </p:sp>
    </p:spTree>
    <p:extLst>
      <p:ext uri="{BB962C8B-B14F-4D97-AF65-F5344CB8AC3E}">
        <p14:creationId xmlns:p14="http://schemas.microsoft.com/office/powerpoint/2010/main" val="203341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BC6A44-22E3-4A8A-A6EF-6B64F715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760B0-2C5C-47DA-9638-C5D5BF45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263F9-E6B5-4BEB-B8E7-66C31AD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CADENCE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CE621-89BB-4134-86C9-EB7476B5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Un cycle de beta en 7 jours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C7DB8-CFF2-49B7-9065-955E38B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Le rythme doit etre assez court pour garder l'energie.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BACB9-8B17-4BDF-926B-CED9862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2140D-0501-41DA-ABCA-A52F4A3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8C268-F99B-4D43-AA92-3E23EAC1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E9A36-7696-4F79-A774-04FC12FF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J0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AB79-CB65-44C2-A523-C7C0CC1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719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7"/>
                </a:solidFill>
              </a:defRPr>
            </a:pPr>
            <a:r>
              <a:rPr sz="1350" b="1">
                <a:solidFill>
                  <a:srgbClr val="F5F7F7"/>
                </a:solidFill>
              </a:rPr>
              <a:t>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8DF28-BC5F-4D06-AC5F-133DE3C1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9715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32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7F336-9823-4965-A91E-B5B182E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5F955-6515-4347-8F05-558DDD5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194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J1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84FEE-2330-472E-8567-7709C01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719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7"/>
                </a:solidFill>
              </a:defRPr>
            </a:pPr>
            <a:r>
              <a:rPr sz="1350" b="1">
                <a:solidFill>
                  <a:srgbClr val="F5F7F7"/>
                </a:solidFill>
              </a:rPr>
              <a:t>Invitations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8776D-399B-4E77-A385-0F8EDF7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9715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32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17C32-F491-4A12-B5E4-8F1F7F8E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47"/>
          </a:solidFill>
          <a:ln xmlns:a="http://schemas.openxmlformats.org/drawingml/2006/main" w="9525">
            <a:solidFill>
              <a:srgbClr val="E7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6FC80-6C06-4D01-BB30-2CB35295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194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J2-J4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35C61-8E42-440A-B496-A6CE22F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719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7"/>
                </a:solidFill>
              </a:defRPr>
            </a:pPr>
            <a:r>
              <a:rPr sz="1350" b="1">
                <a:solidFill>
                  <a:srgbClr val="F5F7F7"/>
                </a:solidFill>
              </a:rPr>
              <a:t>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71A50-3D60-4AB8-B17F-87A413C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9715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32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9DF1D-4D4A-4FB2-A876-65A31AE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D52FD-0E95-4E09-A3D6-FC401547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194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J5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0CCD0-4E8C-45E0-9FCF-EAE887FC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719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7"/>
                </a:solidFill>
              </a:defRPr>
            </a:pPr>
            <a:r>
              <a:rPr sz="1350" b="1">
                <a:solidFill>
                  <a:srgbClr val="F5F7F7"/>
                </a:solidFill>
              </a:rPr>
              <a:t>Triage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27C42-A778-476C-8A41-3C7C708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9715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32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35E0E-2935-43E0-AD08-CF11D478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3B07D-547D-4349-836F-5FEBA25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194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J6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9C719-98C6-4952-8C30-09950A78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719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7"/>
                </a:solidFill>
              </a:defRPr>
            </a:pPr>
            <a:r>
              <a:rPr sz="1350" b="1">
                <a:solidFill>
                  <a:srgbClr val="F5F7F7"/>
                </a:solidFill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0E7A7-1D0C-427B-8D62-C185077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9715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32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15886-2E4F-4635-B1FF-11BB107C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1D2E0-3E1B-4212-972B-3BB4F7DA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194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70D"/>
                </a:solidFill>
              </a:defRPr>
            </a:pPr>
            <a:r>
              <a:rPr sz="1275" b="1">
                <a:solidFill>
                  <a:srgbClr val="05070D"/>
                </a:solidFill>
              </a:rPr>
              <a:t>J7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46D25-8B11-4439-9902-78549A2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7"/>
                </a:solidFill>
              </a:defRPr>
            </a:pPr>
            <a:r>
              <a:rPr sz="1350" b="1">
                <a:solidFill>
                  <a:srgbClr val="F5F7F7"/>
                </a:solidFill>
              </a:rPr>
              <a:t>Retour testeurs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9DA86-C928-4920-AB72-EF06F65B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8305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759EB0-9DB4-44DC-A430-7EA6B53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765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D07C"/>
                </a:solidFill>
              </a:defRPr>
            </a:pPr>
            <a:r>
              <a:rPr sz="1500" b="1">
                <a:solidFill>
                  <a:srgbClr val="26D07C"/>
                </a:solidFill>
              </a:rPr>
              <a:t>Pendant les tests: observer d'abord, corriger seulement les bugs bloquants.</a:t>
            </a:r>
          </a:p>
        </p:txBody>
      </p:sp>
    </p:spTree>
    <p:extLst>
      <p:ext uri="{BB962C8B-B14F-4D97-AF65-F5344CB8AC3E}">
        <p14:creationId xmlns:p14="http://schemas.microsoft.com/office/powerpoint/2010/main" val="1509834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681BF-2C39-4991-9C52-112603D9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C65C0-BF3D-4A7E-AF61-3A42F58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A20FC-7F26-4DA4-801E-0CC8304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0E48E-B27D-4BC2-9983-2FC6FC4F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Du feedback brut a l'action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34E66-0408-4EDF-AADB-D8374391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Chaque retour sort avec un statut, une priorite et une prochaine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AD0A7-F520-4857-A9DC-76BD938D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9A4B9-D0B1-4F2B-A659-B9043190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B231D-8370-4BB8-BEEF-760D24E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133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A3271-CB1B-4BD8-BD73-ED092A2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7"/>
                </a:solidFill>
              </a:defRPr>
            </a:pPr>
            <a:r>
              <a:rPr sz="1875" b="1">
                <a:solidFill>
                  <a:srgbClr val="F5F7F7"/>
                </a:solidFill>
              </a:rPr>
              <a:t>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D1B5E-5308-420A-86E6-2CBF669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Google 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F2130-8453-4882-B05A-12201D6D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D7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6DDF4-F355-41BB-A44B-638E3EF9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133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39AE5-31FF-4A40-93B1-473C822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28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7"/>
                </a:solidFill>
              </a:defRPr>
            </a:pPr>
            <a:r>
              <a:rPr sz="1875" b="1">
                <a:solidFill>
                  <a:srgbClr val="F5F7F7"/>
                </a:solidFill>
              </a:rPr>
              <a:t>Classement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6BE69-5670-4989-A769-E82938A9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bug / UX /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5FCBC-A9F2-4F90-9306-487CA388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D7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370FE-8F4E-4E16-BCBB-F7D08914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133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32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6D383-DFE2-4D5A-B820-065A1BBB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7"/>
                </a:solidFill>
              </a:defRPr>
            </a:pPr>
            <a:r>
              <a:rPr sz="1875" b="1">
                <a:solidFill>
                  <a:srgbClr val="F5F7F7"/>
                </a:solidFill>
              </a:rPr>
              <a:t>Priorite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DDE19-3009-4BEE-B51C-E499474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P0 a P3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EB168-5A23-45E0-AF63-9927EB3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D7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C533E-647F-4DD6-8AF3-B654556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133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53A77-BA9B-4E85-9C02-1A0C331A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D07C"/>
                </a:solidFill>
              </a:defRPr>
            </a:pPr>
            <a:r>
              <a:rPr sz="1875" b="1">
                <a:solidFill>
                  <a:srgbClr val="26D07C"/>
                </a:solidFill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F3E35-43FA-4723-B214-D6D982C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ticket / backlog /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38FC9-5086-443F-904F-A37BF15F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F6B5C"/>
                </a:solidFill>
              </a:defRPr>
            </a:pPr>
            <a:r>
              <a:rPr sz="1800" b="1">
                <a:solidFill>
                  <a:srgbClr val="EF6B5C"/>
                </a:solidFill>
              </a:rPr>
              <a:t>P0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48049-2EEC-48F0-ABAC-EE99AEE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A7B3"/>
                </a:solidFill>
              </a:defRPr>
            </a:pPr>
            <a:r>
              <a:rPr sz="1050" b="0">
                <a:solidFill>
                  <a:srgbClr val="9CA7B3"/>
                </a:solidFill>
              </a:rPr>
              <a:t>bloquant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2B069-9678-45D8-86B4-6C06FCA2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48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B547"/>
                </a:solidFill>
              </a:defRPr>
            </a:pPr>
            <a:r>
              <a:rPr sz="1800" b="1">
                <a:solidFill>
                  <a:srgbClr val="E7B547"/>
                </a:solidFill>
              </a:rPr>
              <a:t>P1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A2DDE-C3A0-4D58-ACA8-3CD9FB8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A7B3"/>
                </a:solidFill>
              </a:defRPr>
            </a:pPr>
            <a:r>
              <a:rPr sz="1050" b="0">
                <a:solidFill>
                  <a:srgbClr val="9CA7B3"/>
                </a:solidFill>
              </a:rPr>
              <a:t>avant prochaine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51F4B-1296-449B-91AF-9F6148EF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D7D7"/>
                </a:solidFill>
              </a:defRPr>
            </a:pPr>
            <a:r>
              <a:rPr sz="1800" b="1">
                <a:solidFill>
                  <a:srgbClr val="08D7D7"/>
                </a:solidFill>
              </a:rPr>
              <a:t>P2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DF0C87-B1FC-43C1-8E79-FC330994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A7B3"/>
                </a:solidFill>
              </a:defRPr>
            </a:pPr>
            <a:r>
              <a:rPr sz="1050" b="0">
                <a:solidFill>
                  <a:srgbClr val="9CA7B3"/>
                </a:solidFill>
              </a:rPr>
              <a:t>beta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BC727-2652-4491-B95A-EA7AA26D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CA7B3"/>
                </a:solidFill>
              </a:defRPr>
            </a:pPr>
            <a:r>
              <a:rPr sz="1800" b="1">
                <a:solidFill>
                  <a:srgbClr val="9CA7B3"/>
                </a:solidFill>
              </a:rPr>
              <a:t>P3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129A5E-7C87-4D18-8F09-56B0F56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8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CA7B3"/>
                </a:solidFill>
              </a:defRPr>
            </a:pPr>
            <a:r>
              <a:rPr sz="1050" b="0">
                <a:solidFill>
                  <a:srgbClr val="9CA7B3"/>
                </a:solidFill>
              </a:rPr>
              <a:t>plus tard</a:t>
            </a:r>
          </a:p>
        </p:txBody>
      </p:sp>
    </p:spTree>
    <p:extLst>
      <p:ext uri="{BB962C8B-B14F-4D97-AF65-F5344CB8AC3E}">
        <p14:creationId xmlns:p14="http://schemas.microsoft.com/office/powerpoint/2010/main" val="1924139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24018-8434-4701-AC7E-03239B88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CCC32-CAF8-4B9F-B751-659D319C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06093-05C6-4617-99C5-3B3CD9F6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F231E-DFF1-43A5-9B72-47478EA4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7F7"/>
                </a:solidFill>
              </a:defRPr>
            </a:pPr>
            <a:r>
              <a:rPr sz="2850" b="1">
                <a:solidFill>
                  <a:srgbClr val="F5F7F7"/>
                </a:solidFill>
              </a:rPr>
              <a:t>Savoir quand continuer ou ralentir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95AE8-C5C2-4FCC-B968-ACD94039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CA7B3"/>
                </a:solidFill>
              </a:defRPr>
            </a:pPr>
            <a:r>
              <a:rPr sz="1350" b="0">
                <a:solidFill>
                  <a:srgbClr val="9CA7B3"/>
                </a:solidFill>
              </a:rPr>
              <a:t>Les criteres doivent etre visibles avant le debut de la beta.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2C544-85FB-4B65-AD2B-4C28CAAC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97F8-C82E-48A6-8EA1-46E849A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CDA61-3CBC-4B4B-B875-B79A2CB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8958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68CDF-B943-42D0-80DD-E6539860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D07C"/>
                </a:solidFill>
              </a:defRPr>
            </a:pPr>
            <a:r>
              <a:rPr sz="2550" b="1">
                <a:solidFill>
                  <a:srgbClr val="26D07C"/>
                </a:solidFill>
              </a:rPr>
              <a:t>Succes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DADB9-46C6-468E-BAE0-3D7DEFC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53B1E-2AE6-4AAB-8E47-E8B82731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4/5 comprennent le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7A21B-7638-4540-9041-9E33F22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FFCA4-68C7-4D6F-99A5-FBAA2C3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3/5 voient une utilite claire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CE924-519E-40DE-8B32-D41A103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5A4F3-A2F3-45F9-AFFF-15C30204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0 bug bloquant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A8C23-EA11-463B-A15A-7631E16C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EC536-AF33-4AEE-8661-DE424B9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815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Classroom percu comme avantage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1DD71-6D42-407A-AC7C-B7181D9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48958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EF6B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1F757-9682-4910-B7C8-1B04D6D9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F6B5C"/>
                </a:solidFill>
              </a:defRPr>
            </a:pPr>
            <a:r>
              <a:rPr sz="2550" b="1">
                <a:solidFill>
                  <a:srgbClr val="EF6B5C"/>
                </a:solidFill>
              </a:rPr>
              <a:t>Alerte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C078E-63D4-4112-84B2-607265C3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5C"/>
          </a:solidFill>
          <a:ln xmlns:a="http://schemas.openxmlformats.org/drawingml/2006/main" w="9525">
            <a:solidFill>
              <a:srgbClr val="EF6B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DA12F-7E80-41DC-9466-0F17B28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Plus de 50% ne comprennent pas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D0AB5-D385-4C1F-A009-A2FB413C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5C"/>
          </a:solidFill>
          <a:ln xmlns:a="http://schemas.openxmlformats.org/drawingml/2006/main" w="9525">
            <a:solidFill>
              <a:srgbClr val="EF6B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4D13D-5D7D-482D-9DB9-DD27DF70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814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Plus de 3 frictions majeures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62C14-E1DC-4C52-94C4-F1A1F18C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5C"/>
          </a:solidFill>
          <a:ln xmlns:a="http://schemas.openxmlformats.org/drawingml/2006/main" w="9525">
            <a:solidFill>
              <a:srgbClr val="EF6B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56CC1-5EE3-4F6C-A403-A7299F09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814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Bug auth/Classroom bloquant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118A0-D21E-4593-B256-5164ECCA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48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B5C"/>
          </a:solidFill>
          <a:ln xmlns:a="http://schemas.openxmlformats.org/drawingml/2006/main" w="9525">
            <a:solidFill>
              <a:srgbClr val="EF6B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51EF54-A9E4-4262-9F24-2792D0F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7F7"/>
                </a:solidFill>
              </a:defRPr>
            </a:pPr>
            <a:r>
              <a:rPr sz="1350" b="0">
                <a:solidFill>
                  <a:srgbClr val="F5F7F7"/>
                </a:solidFill>
              </a:rPr>
              <a:t>Feedbacks negatifs convergents</a:t>
            </a:r>
          </a:p>
        </p:txBody>
      </p:sp>
    </p:spTree>
    <p:extLst>
      <p:ext uri="{BB962C8B-B14F-4D97-AF65-F5344CB8AC3E}">
        <p14:creationId xmlns:p14="http://schemas.microsoft.com/office/powerpoint/2010/main" val="228892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A20BD-1526-4EEA-A2CE-5FE7569A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001E2-C40B-407A-99B0-8247F60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D7D7"/>
          </a:solidFill>
          <a:ln xmlns:a="http://schemas.openxmlformats.org/drawingml/2006/main" w="0">
            <a:solidFill>
              <a:srgbClr val="08D7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35655-1250-43B5-A6A5-D97ED99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D7D7"/>
                </a:solidFill>
              </a:defRPr>
            </a:pPr>
            <a:r>
              <a:rPr sz="900" b="1">
                <a:solidFill>
                  <a:srgbClr val="08D7D7"/>
                </a:solidFill>
              </a:rPr>
              <a:t>LANCEMENT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B9903-FCD7-4BA1-BE59-59C46E8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7F7"/>
                </a:solidFill>
              </a:defRPr>
            </a:pPr>
            <a:r>
              <a:rPr sz="3150" b="1">
                <a:solidFill>
                  <a:srgbClr val="F5F7F7"/>
                </a:solidFill>
              </a:rPr>
              <a:t>Pret a lancer quand ces 6 points sont faits.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26CBD-63DE-4BBE-BA97-9AB73BB2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781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B396-2F7B-4D7D-BEB1-1875D1A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7"/>
                </a:solidFill>
              </a:defRPr>
            </a:pPr>
            <a:r>
              <a:rPr sz="1800" b="1">
                <a:solidFill>
                  <a:srgbClr val="F5F7F7"/>
                </a:solidFill>
              </a:rPr>
              <a:t>Cohorte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E638F-E60A-4522-AC02-8ED05BF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3 noms confirmes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0E363-ECA8-4D1D-BFA8-41D6703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2781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B55BE-8825-4440-9444-6ED116C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76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7"/>
                </a:solidFill>
              </a:defRPr>
            </a:pPr>
            <a:r>
              <a:rPr sz="1800" b="1">
                <a:solidFill>
                  <a:srgbClr val="F5F7F7"/>
                </a:solidFill>
              </a:rPr>
              <a:t>Plateforme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CD35C-E7E0-47CB-AC46-6D2F9CA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19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site live verifie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D3875-7D3E-445A-9058-BD612DFE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781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08D7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C3979-CC24-4D10-8DD7-E7D22984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7"/>
                </a:solidFill>
              </a:defRPr>
            </a:pPr>
            <a:r>
              <a:rPr sz="1800" b="1">
                <a:solidFill>
                  <a:srgbClr val="F5F7F7"/>
                </a:solidFill>
              </a:rPr>
              <a:t>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6A733-1037-44B6-AA13-4B71D920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2 formulaires crees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34325-47F6-4321-A426-B3BBB6B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2781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790A3-4057-4E59-B5AA-180E1511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7"/>
                </a:solidFill>
              </a:defRPr>
            </a:pPr>
            <a:r>
              <a:rPr sz="1800" b="1">
                <a:solidFill>
                  <a:srgbClr val="F5F7F7"/>
                </a:solidFill>
              </a:rPr>
              <a:t>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29B44-9CB7-470F-82E7-CB45AB0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invitation + 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86437-230F-4B5C-BD79-FE6686CC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52850"/>
            <a:ext cx="2781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2BABF-C775-41B2-B7E6-2CCE09E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7"/>
                </a:solidFill>
              </a:defRPr>
            </a:pPr>
            <a:r>
              <a:rPr sz="1800" b="1">
                <a:solidFill>
                  <a:srgbClr val="F5F7F7"/>
                </a:solidFill>
              </a:rPr>
              <a:t>Triage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91C3E-837B-48F1-86FC-8038847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0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board pret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739A0-1C61-4A0C-BE67-5F3063DC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27813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E141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1D7CA-6D64-48BB-AC69-E27F2B3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7"/>
                </a:solidFill>
              </a:defRPr>
            </a:pPr>
            <a:r>
              <a:rPr sz="1800" b="1">
                <a:solidFill>
                  <a:srgbClr val="F5F7F7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F98F4-C63C-4C2E-A6C8-0E226577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A7B3"/>
                </a:solidFill>
              </a:defRPr>
            </a:pPr>
            <a:r>
              <a:rPr sz="1200" b="0">
                <a:solidFill>
                  <a:srgbClr val="9CA7B3"/>
                </a:solidFill>
              </a:rPr>
              <a:t>date fixee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36D08-4C60-4409-8DC9-28A5D346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0"/>
            <a:ext cx="8305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D07C"/>
          </a:solidFill>
          <a:ln xmlns:a="http://schemas.openxmlformats.org/drawingml/2006/main" w="9525">
            <a:solidFill>
              <a:srgbClr val="26D0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3C015-AE2A-4DA7-A6A7-74E5264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95950"/>
            <a:ext cx="777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070D"/>
                </a:solidFill>
              </a:defRPr>
            </a:pPr>
            <a:r>
              <a:rPr sz="1500" b="1">
                <a:solidFill>
                  <a:srgbClr val="05070D"/>
                </a:solidFill>
              </a:rPr>
              <a:t>Lancer avec 3 testeurs, trier une seule fois, corriger P0/P1, puis elargir.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5C87B-6D24-4777-87F5-F3C54FE0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7A"/>
                </a:solidFill>
              </a:defRPr>
            </a:pPr>
            <a:r>
              <a:rPr sz="750" b="0">
                <a:solidFill>
                  <a:srgbClr val="66707A"/>
                </a:solidFill>
              </a:rPr>
              <a:t>Metableton Ecole - beta privee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92B43-59F6-42B1-90FE-274F5BB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D7D7"/>
                </a:solidFill>
              </a:defRPr>
            </a:pPr>
            <a:r>
              <a:rPr sz="1050" b="1">
                <a:solidFill>
                  <a:srgbClr val="08D7D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0865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2026-06-18T07:54:11.0030000Z</dcterms:created>
  <dcterms:modified xsi:type="dcterms:W3CDTF">2026-06-18T07:54:11.0030000Z</dcterms:modified>
</coreProperties>
</file>